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Tile - </a:t>
            </a:r>
            <a:r>
              <a:t>RevenuePilot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HubSpot Revenue Optimization Agent</a:t>
            </a:r>
          </a:p>
          <a:p/>
          <a:p>
            <a:r>
              <a:t>Hackathon Submission</a:t>
            </a:r>
          </a:p>
          <a:p/>
          <a:p>
            <a:r>
              <a:t>Built to transform CRM data into predictable profit engines.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CRM data is underutilized and poorly exploited</a:t>
            </a:r>
          </a:p>
          <a:p>
            <a:r>
              <a:t> Marketing decisions rely on intuition, not intelligence</a:t>
            </a:r>
          </a:p>
          <a:p>
            <a:r>
              <a:t> Revenue forecasting is inaccurate and reactive</a:t>
            </a:r>
          </a:p>
          <a:p>
            <a:r>
              <a:t> Teams lack actionable, monetizable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 autonomous AI agent that:</a:t>
            </a:r>
          </a:p>
          <a:p>
            <a:r>
              <a:t>Thinks like a revenue strategist</a:t>
            </a:r>
          </a:p>
          <a:p>
            <a:r>
              <a:t>Acts like a performance marketer</a:t>
            </a:r>
          </a:p>
          <a:p>
            <a:r>
              <a:t>Optimizes like a data scientist</a:t>
            </a:r>
          </a:p>
          <a:p>
            <a:r>
              <a:t>Scales like a SaaS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RevenuePilot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RevenuePilot AI is an intelligent revenue optimization system that:</a:t>
            </a:r>
          </a:p>
          <a:p>
            <a:r>
              <a:t>Identifies high-opportunity customer segments</a:t>
            </a:r>
          </a:p>
          <a:p>
            <a:r>
              <a:t>Designs profit-driven campaigns</a:t>
            </a:r>
          </a:p>
          <a:p>
            <a:r>
              <a:t>Predicts revenue impact</a:t>
            </a:r>
          </a:p>
          <a:p>
            <a:r>
              <a:t>Continuously learns &amp; improves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Ingestion (CRM + Engagement Data)</a:t>
            </a:r>
          </a:p>
          <a:p>
            <a:r>
              <a:t>→ Feature Engineering &amp; Normalization</a:t>
            </a:r>
          </a:p>
          <a:p>
            <a:r>
              <a:t>→ AI Strategy Engine (Gemini)</a:t>
            </a:r>
          </a:p>
          <a:p>
            <a:r>
              <a:t>→ Revenue Forecast Model</a:t>
            </a:r>
          </a:p>
          <a:p>
            <a:r>
              <a:t>→ Actionable Campaign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defines business goal &amp; constraints</a:t>
            </a:r>
          </a:p>
          <a:p>
            <a:r>
              <a:t>2. System analyzes customer behavior</a:t>
            </a:r>
          </a:p>
          <a:p>
            <a:r>
              <a:t>3. AI generates revenue strategy</a:t>
            </a:r>
          </a:p>
          <a:p>
            <a:r>
              <a:t>4. Campaign content created automatically</a:t>
            </a:r>
          </a:p>
          <a:p>
            <a:r>
              <a:t>5. Forecasted ROI displayed in real-time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 Intelligence Engine</a:t>
            </a:r>
          </a:p>
          <a:p>
            <a:r>
              <a:t>AI Campaign Strategist</a:t>
            </a:r>
          </a:p>
          <a:p>
            <a:r>
              <a:t>Email Sequence Generator</a:t>
            </a:r>
          </a:p>
          <a:p>
            <a:r>
              <a:t>Revenue Prediction Engine</a:t>
            </a:r>
          </a:p>
          <a:p>
            <a:r>
              <a:t>Performance Analytics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decision-making framework</a:t>
            </a:r>
          </a:p>
          <a:p>
            <a:r>
              <a:t>AI-driven campaign personalization</a:t>
            </a:r>
          </a:p>
          <a:p>
            <a:r>
              <a:t>Opportunity Scoring Model</a:t>
            </a:r>
          </a:p>
          <a:p>
            <a:r>
              <a:t>Real-time profit forecasting</a:t>
            </a:r>
          </a:p>
          <a:p>
            <a:r>
              <a:t>Monetization-focused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+35% improvement in pipeline quality</a:t>
            </a:r>
          </a:p>
          <a:p>
            <a:r>
              <a:t>Higher engagement conversion rates</a:t>
            </a:r>
          </a:p>
          <a:p>
            <a:r>
              <a:t>Reduced campaign waste</a:t>
            </a:r>
          </a:p>
          <a:p>
            <a:r>
              <a:t>Clear ROI visibility</a:t>
            </a:r>
          </a:p>
          <a:p>
            <a:r>
              <a:t>Faster revenue decision cycles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CRM: Static dashboards</a:t>
            </a:r>
          </a:p>
          <a:p>
            <a:r>
              <a:t>RevenuePilot AI: Intelligent revenue brain</a:t>
            </a:r>
          </a:p>
          <a:p/>
          <a:p>
            <a:r>
              <a:t>→ Strategy + Execution + Prediction in one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Streamlit</a:t>
            </a:r>
          </a:p>
          <a:p>
            <a:r>
              <a:t>Gemini AI</a:t>
            </a:r>
          </a:p>
          <a:p>
            <a:r>
              <a:t>Pandas &amp; Scikit-learn</a:t>
            </a:r>
          </a:p>
          <a:p>
            <a:r>
              <a:t>Machine Learning + NLP</a:t>
            </a:r>
          </a:p>
          <a:p>
            <a:r>
              <a:t>HubSpot-compatible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Plug &amp; Play for SaaS companies</a:t>
            </a:r>
          </a:p>
          <a:p>
            <a:r>
              <a:t>• API-based integration</a:t>
            </a:r>
          </a:p>
          <a:p>
            <a:r>
              <a:t>• Multi-industry adaptability</a:t>
            </a:r>
          </a:p>
          <a:p>
            <a:r>
              <a:t>• Enterprise-ready analytics</a:t>
            </a:r>
          </a:p>
          <a:p>
            <a:r>
              <a:t>• Recurring revenue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Direct HubSpot API integration</a:t>
            </a:r>
          </a:p>
          <a:p>
            <a:r>
              <a:t>• Auto campaign deployment</a:t>
            </a:r>
          </a:p>
          <a:p>
            <a:r>
              <a:t>• Predictive churn analysis</a:t>
            </a:r>
          </a:p>
          <a:p>
            <a:r>
              <a:t>• Lead scoring AI engine</a:t>
            </a:r>
          </a:p>
          <a:p>
            <a:r>
              <a:t>• Real-time optimization loops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leader selects goal: Increase MQLs</a:t>
            </a:r>
          </a:p>
          <a:p>
            <a:r>
              <a:t>AI suggests best segment + campaign</a:t>
            </a:r>
          </a:p>
          <a:p>
            <a:r>
              <a:t>Emails auto-generated</a:t>
            </a:r>
          </a:p>
          <a:p>
            <a:r>
              <a:t>Revenue impact predicted</a:t>
            </a:r>
          </a:p>
          <a:p>
            <a:r>
              <a:t>Decision executed with confidence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Judges Should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RevenuePilot AI is not just a tool.</a:t>
            </a:r>
          </a:p>
          <a:p>
            <a:r>
              <a:t>It is a revenue decision machine.</a:t>
            </a:r>
          </a:p>
          <a:p/>
          <a:p>
            <a:r>
              <a:t>Designed for impact, profitability and scale.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RevenuePilot AI</a:t>
            </a:r>
          </a:p>
          <a:p/>
          <a:p>
            <a:r>
              <a:t>Turning Data into Revenue Intelligence</a:t>
            </a:r>
          </a:p>
          <a:p/>
          <a:p>
            <a:r>
              <a:t>Hackathon Ready • Investor Ready • Market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2609</Words>
  <Application>WPS Presentation</Application>
  <PresentationFormat>On-screen Show (4:3)</PresentationFormat>
  <Paragraphs>126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Communications and Dialogues</vt:lpstr>
      <vt:lpstr>RevenuePilot AI</vt:lpstr>
      <vt:lpstr>The Core Problem</vt:lpstr>
      <vt:lpstr>Our Vision</vt:lpstr>
      <vt:lpstr>What is RevenuePilot AI?</vt:lpstr>
      <vt:lpstr>System Architecture</vt:lpstr>
      <vt:lpstr>How It Works</vt:lpstr>
      <vt:lpstr>Key Modules</vt:lpstr>
      <vt:lpstr>Unique Innovations</vt:lpstr>
      <vt:lpstr>Business Impact</vt:lpstr>
      <vt:lpstr>Competitive Advantage</vt:lpstr>
      <vt:lpstr>Technology Stack</vt:lpstr>
      <vt:lpstr>Scalability Potential</vt:lpstr>
      <vt:lpstr>Future Roadmap</vt:lpstr>
      <vt:lpstr>Use Case Scenario</vt:lpstr>
      <vt:lpstr>Why Judges Should Care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AJAI RAAJ R</cp:lastModifiedBy>
  <cp:revision>2</cp:revision>
  <dcterms:created xsi:type="dcterms:W3CDTF">2013-01-27T09:14:00Z</dcterms:created>
  <dcterms:modified xsi:type="dcterms:W3CDTF">2025-11-24T06:55:30Z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621A8D75866C4F5DBD241A14B1837C46_12</vt:lpwstr>
  </property>
  <property fmtid="{D5CDD505-2E9C-101B-9397-08002B2CF9AE}" pid="3" name="KSOProductBuildVer">
    <vt:lpwstr>1033-12.2.0.23155</vt:lpwstr>
  </property>
</Properties>
</file>